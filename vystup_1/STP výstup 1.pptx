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7D9D2D-3DE1-921B-BF87-A44E5281BDC6}" v="515" dt="2025-11-19T10:40:34.3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8891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3808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620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244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326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049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77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143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500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243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07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88" r:id="rId6"/>
    <p:sldLayoutId id="2147483684" r:id="rId7"/>
    <p:sldLayoutId id="2147483685" r:id="rId8"/>
    <p:sldLayoutId id="2147483686" r:id="rId9"/>
    <p:sldLayoutId id="2147483687" r:id="rId10"/>
    <p:sldLayoutId id="214748368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Closeup of a keyboard">
            <a:extLst>
              <a:ext uri="{FF2B5EF4-FFF2-40B4-BE49-F238E27FC236}">
                <a16:creationId xmlns:a16="http://schemas.microsoft.com/office/drawing/2014/main" id="{8BFB3AA9-A941-ABAB-F9FD-494FDB8AAC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1980" r="-2" b="1141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US" sz="5400" dirty="0" err="1">
                <a:solidFill>
                  <a:srgbClr val="FFFFFF"/>
                </a:solidFill>
              </a:rPr>
              <a:t>Stenokeyboard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>
                <a:solidFill>
                  <a:srgbClr val="FFFFFF"/>
                </a:solidFill>
              </a:rPr>
              <a:t>Výstup 1</a:t>
            </a:r>
          </a:p>
          <a:p>
            <a:r>
              <a:rPr lang="en-US" sz="2200">
                <a:solidFill>
                  <a:srgbClr val="FFFFFF"/>
                </a:solidFill>
              </a:rPr>
              <a:t>Vojtěch Nebes, 3. A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2AFC67-0973-EC0D-F14E-710D701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5DEC5-1CCC-4DD5-5C1F-2C41C60E3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3553412" cy="1527048"/>
          </a:xfrm>
        </p:spPr>
        <p:txBody>
          <a:bodyPr anchor="b">
            <a:normAutofit/>
          </a:bodyPr>
          <a:lstStyle/>
          <a:p>
            <a:r>
              <a:rPr lang="en-US" err="1"/>
              <a:t>Obsah</a:t>
            </a:r>
            <a:r>
              <a:rPr lang="en-US"/>
              <a:t> </a:t>
            </a:r>
            <a:r>
              <a:rPr lang="en-US" err="1"/>
              <a:t>prvního</a:t>
            </a:r>
            <a:r>
              <a:rPr lang="en-US"/>
              <a:t> </a:t>
            </a:r>
            <a:r>
              <a:rPr lang="en-US" err="1"/>
              <a:t>výstupu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E1889-CACA-5437-ECED-97281E5D2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212848"/>
            <a:ext cx="3553412" cy="41224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800"/>
              <a:t>Nákup součástek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RP2040-Zero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Kailh Choc V1 Red</a:t>
            </a:r>
          </a:p>
          <a:p>
            <a:r>
              <a:rPr lang="en-US" sz="1800"/>
              <a:t>TinyUSB prototyp</a:t>
            </a:r>
          </a:p>
          <a:p>
            <a:r>
              <a:rPr lang="en-US" sz="1800"/>
              <a:t>PCB - EasyEDA</a:t>
            </a:r>
          </a:p>
        </p:txBody>
      </p:sp>
      <p:pic>
        <p:nvPicPr>
          <p:cNvPr id="7" name="Picture 6" descr="Closeup of a keyboard">
            <a:extLst>
              <a:ext uri="{FF2B5EF4-FFF2-40B4-BE49-F238E27FC236}">
                <a16:creationId xmlns:a16="http://schemas.microsoft.com/office/drawing/2014/main" id="{C0A2036E-8C37-4317-7CF1-5C5C28F4B6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41" r="24720" b="1"/>
          <a:stretch>
            <a:fillRect/>
          </a:stretch>
        </p:blipFill>
        <p:spPr>
          <a:xfrm>
            <a:off x="4752550" y="10"/>
            <a:ext cx="743945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286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77579-BBD4-1D87-C711-01E9E7CF5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RP2040-Zero</a:t>
            </a:r>
          </a:p>
        </p:txBody>
      </p:sp>
      <p:pic>
        <p:nvPicPr>
          <p:cNvPr id="4" name="Content Placeholder 3" descr="RP2040-Zero Module with RP2040, 2MB Flash, USB Type C - 99Tech">
            <a:extLst>
              <a:ext uri="{FF2B5EF4-FFF2-40B4-BE49-F238E27FC236}">
                <a16:creationId xmlns:a16="http://schemas.microsoft.com/office/drawing/2014/main" id="{CFA3A483-F984-3E4F-2BAC-0081CF58FC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92792" y="1846716"/>
            <a:ext cx="6097737" cy="4592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089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308BA-96BE-5AA3-55B1-D5E49F74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92403-C245-6074-5DF7-96BA60A59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Kailh</a:t>
            </a:r>
            <a:r>
              <a:rPr lang="en-US" dirty="0"/>
              <a:t> Choc V1 Red</a:t>
            </a:r>
          </a:p>
        </p:txBody>
      </p:sp>
      <p:pic>
        <p:nvPicPr>
          <p:cNvPr id="6" name="Content Placeholder 5" descr="Kailh Low Profile Choc Switches V1 | Red | KC10034_RE">
            <a:extLst>
              <a:ext uri="{FF2B5EF4-FFF2-40B4-BE49-F238E27FC236}">
                <a16:creationId xmlns:a16="http://schemas.microsoft.com/office/drawing/2014/main" id="{EE63B831-A1E0-48A9-DC59-4503CADE4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82056" y="692831"/>
            <a:ext cx="5430837" cy="546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551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54048-0BCE-BBFE-41D7-CF64D6C45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Firmware</a:t>
            </a:r>
          </a:p>
        </p:txBody>
      </p:sp>
      <p:pic>
        <p:nvPicPr>
          <p:cNvPr id="5" name="Content Placeholder 3" descr="RP2040-Zero Module with RP2040, 2MB Flash, USB Type C - 99Tech">
            <a:extLst>
              <a:ext uri="{FF2B5EF4-FFF2-40B4-BE49-F238E27FC236}">
                <a16:creationId xmlns:a16="http://schemas.microsoft.com/office/drawing/2014/main" id="{75019F7C-CB86-3442-3230-08AA82CCBC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64193" y="1367744"/>
            <a:ext cx="1112080" cy="837066"/>
          </a:xfrm>
          <a:prstGeom prst="rect">
            <a:avLst/>
          </a:prstGeom>
        </p:spPr>
      </p:pic>
      <p:pic>
        <p:nvPicPr>
          <p:cNvPr id="6" name="Graphic 5" descr="Computer with solid fill">
            <a:extLst>
              <a:ext uri="{FF2B5EF4-FFF2-40B4-BE49-F238E27FC236}">
                <a16:creationId xmlns:a16="http://schemas.microsoft.com/office/drawing/2014/main" id="{94F929AA-0FCE-4F4F-7321-CC5F449286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56170" y="5181601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5189CA5-5F77-4FE4-216C-F20BEC446558}"/>
              </a:ext>
            </a:extLst>
          </p:cNvPr>
          <p:cNvSpPr txBox="1"/>
          <p:nvPr/>
        </p:nvSpPr>
        <p:spPr>
          <a:xfrm>
            <a:off x="2122713" y="2494953"/>
            <a:ext cx="1905000" cy="40862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err="1">
                <a:solidFill>
                  <a:schemeClr val="tx1">
                    <a:lumMod val="76000"/>
                    <a:lumOff val="24000"/>
                  </a:schemeClr>
                </a:solidFill>
                <a:latin typeface="Aptos Mono"/>
              </a:rPr>
              <a:t>main.c</a:t>
            </a:r>
            <a:endParaRPr lang="en-US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C274BC-8865-5C24-A76E-045042F87B44}"/>
              </a:ext>
            </a:extLst>
          </p:cNvPr>
          <p:cNvSpPr txBox="1"/>
          <p:nvPr/>
        </p:nvSpPr>
        <p:spPr>
          <a:xfrm>
            <a:off x="2198913" y="3877438"/>
            <a:ext cx="1905000" cy="40862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76000"/>
                    <a:lumOff val="24000"/>
                  </a:schemeClr>
                </a:solidFill>
                <a:latin typeface="Aptos Mono"/>
              </a:rPr>
              <a:t>my_hid.h</a:t>
            </a:r>
            <a:endParaRPr lang="en-US" dirty="0" err="1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311FDE-6E5B-52D6-844A-15123B8FB3E5}"/>
              </a:ext>
            </a:extLst>
          </p:cNvPr>
          <p:cNvSpPr txBox="1"/>
          <p:nvPr/>
        </p:nvSpPr>
        <p:spPr>
          <a:xfrm>
            <a:off x="2231569" y="5684466"/>
            <a:ext cx="1905000" cy="40862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76000"/>
                    <a:lumOff val="24000"/>
                  </a:schemeClr>
                </a:solidFill>
                <a:latin typeface="Aptos Mono"/>
              </a:rPr>
              <a:t>tusb.h</a:t>
            </a:r>
            <a:endParaRPr lang="en-US" dirty="0" err="1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8F13910-D8A3-6489-A9FE-4D593C9CE333}"/>
              </a:ext>
            </a:extLst>
          </p:cNvPr>
          <p:cNvCxnSpPr/>
          <p:nvPr/>
        </p:nvCxnSpPr>
        <p:spPr>
          <a:xfrm flipH="1">
            <a:off x="3102429" y="2993571"/>
            <a:ext cx="1" cy="68580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227BE36-ED76-200E-B374-C83F18844F59}"/>
              </a:ext>
            </a:extLst>
          </p:cNvPr>
          <p:cNvSpPr txBox="1"/>
          <p:nvPr/>
        </p:nvSpPr>
        <p:spPr>
          <a:xfrm>
            <a:off x="3178628" y="3189513"/>
            <a:ext cx="308065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 err="1">
                <a:latin typeface="Aptos Mono"/>
              </a:rPr>
              <a:t>send_word</a:t>
            </a:r>
            <a:r>
              <a:rPr lang="en-US" sz="1400" dirty="0">
                <a:latin typeface="Aptos Mono"/>
              </a:rPr>
              <a:t>("Hello world!\0")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98CC718-2F3B-E4B7-B0CC-DBCCAC5E2FE5}"/>
              </a:ext>
            </a:extLst>
          </p:cNvPr>
          <p:cNvCxnSpPr>
            <a:cxnSpLocks/>
          </p:cNvCxnSpPr>
          <p:nvPr/>
        </p:nvCxnSpPr>
        <p:spPr>
          <a:xfrm flipH="1">
            <a:off x="3124199" y="4376055"/>
            <a:ext cx="2" cy="116477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669584E-FE2B-8181-AE0D-0B34251D30B1}"/>
              </a:ext>
            </a:extLst>
          </p:cNvPr>
          <p:cNvSpPr txBox="1"/>
          <p:nvPr/>
        </p:nvSpPr>
        <p:spPr>
          <a:xfrm>
            <a:off x="3178627" y="4376055"/>
            <a:ext cx="1905001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AutoNum type="arabicPeriod"/>
            </a:pPr>
            <a:r>
              <a:rPr lang="en-US" sz="1400" dirty="0">
                <a:latin typeface="Aptos Mono"/>
              </a:rPr>
              <a:t>Shift H</a:t>
            </a:r>
            <a:endParaRPr lang="en-US"/>
          </a:p>
          <a:p>
            <a:pPr marL="342900" indent="-342900">
              <a:buAutoNum type="arabicPeriod"/>
            </a:pPr>
            <a:r>
              <a:rPr lang="en-US" sz="1400" dirty="0">
                <a:latin typeface="Aptos Mono"/>
              </a:rPr>
              <a:t>E L</a:t>
            </a:r>
          </a:p>
          <a:p>
            <a:pPr marL="342900" indent="-342900">
              <a:buAutoNum type="arabicPeriod"/>
            </a:pPr>
            <a:r>
              <a:rPr lang="en-US" sz="1400" dirty="0">
                <a:latin typeface="Aptos Mono"/>
              </a:rPr>
              <a:t>L O Space W</a:t>
            </a:r>
          </a:p>
          <a:p>
            <a:pPr marL="342900" indent="-342900">
              <a:buAutoNum type="arabicPeriod"/>
            </a:pPr>
            <a:r>
              <a:rPr lang="en-US" sz="1400" dirty="0">
                <a:latin typeface="Aptos Mono"/>
              </a:rPr>
              <a:t>O R L D</a:t>
            </a:r>
          </a:p>
          <a:p>
            <a:pPr marL="342900" indent="-342900">
              <a:buAutoNum type="arabicPeriod"/>
            </a:pPr>
            <a:r>
              <a:rPr lang="en-US" sz="1400" dirty="0">
                <a:latin typeface="Aptos Mono"/>
              </a:rPr>
              <a:t>Shift 1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29171AE-3EF0-5F2F-4339-4B19CEA77859}"/>
              </a:ext>
            </a:extLst>
          </p:cNvPr>
          <p:cNvCxnSpPr>
            <a:cxnSpLocks/>
          </p:cNvCxnSpPr>
          <p:nvPr/>
        </p:nvCxnSpPr>
        <p:spPr>
          <a:xfrm flipV="1">
            <a:off x="4386943" y="5715001"/>
            <a:ext cx="3951512" cy="14151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2236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03C4768-1AE4-532E-5E00-E70085D0DEA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omputer screen shot of a circuit board&#10;&#10;AI-generated content may be incorrect.">
            <a:extLst>
              <a:ext uri="{FF2B5EF4-FFF2-40B4-BE49-F238E27FC236}">
                <a16:creationId xmlns:a16="http://schemas.microsoft.com/office/drawing/2014/main" id="{072CA1E1-8E7C-F992-C25C-8732BBC644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65000"/>
                    </a14:imgEffect>
                    <a14:imgEffect>
                      <a14:brightnessContrast bright="4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79" y="469447"/>
            <a:ext cx="12193359" cy="5908221"/>
          </a:xfrm>
          <a:prstGeom prst="rect">
            <a:avLst/>
          </a:prstGeom>
        </p:spPr>
      </p:pic>
      <p:pic>
        <p:nvPicPr>
          <p:cNvPr id="8" name="Picture 7" descr="EasyEDA - YouTube">
            <a:extLst>
              <a:ext uri="{FF2B5EF4-FFF2-40B4-BE49-F238E27FC236}">
                <a16:creationId xmlns:a16="http://schemas.microsoft.com/office/drawing/2014/main" id="{380E78EF-6994-E8D3-B75F-9820585025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324" y="-233362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955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5FA72D-495A-9E33-056B-AE37121E1FE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blue circuit board with white lines and dots&#10;&#10;AI-generated content may be incorrect.">
            <a:extLst>
              <a:ext uri="{FF2B5EF4-FFF2-40B4-BE49-F238E27FC236}">
                <a16:creationId xmlns:a16="http://schemas.microsoft.com/office/drawing/2014/main" id="{A010BF43-05CC-368D-715C-46BC0706A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447" y="-172811"/>
            <a:ext cx="9715500" cy="4019550"/>
          </a:xfrm>
          <a:prstGeom prst="rect">
            <a:avLst/>
          </a:prstGeom>
        </p:spPr>
      </p:pic>
      <p:pic>
        <p:nvPicPr>
          <p:cNvPr id="3" name="Picture 2" descr="A blue circuit board with yellow and black dots&#10;&#10;AI-generated content may be incorrect.">
            <a:extLst>
              <a:ext uri="{FF2B5EF4-FFF2-40B4-BE49-F238E27FC236}">
                <a16:creationId xmlns:a16="http://schemas.microsoft.com/office/drawing/2014/main" id="{072D9D77-1751-FCAB-FE8E-8AAFF5795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807" y="3355522"/>
            <a:ext cx="9716861" cy="3780066"/>
          </a:xfrm>
          <a:prstGeom prst="rect">
            <a:avLst/>
          </a:prstGeom>
        </p:spPr>
      </p:pic>
      <p:pic>
        <p:nvPicPr>
          <p:cNvPr id="7" name="Picture 6" descr="EasyEDA - YouTube">
            <a:extLst>
              <a:ext uri="{FF2B5EF4-FFF2-40B4-BE49-F238E27FC236}">
                <a16:creationId xmlns:a16="http://schemas.microsoft.com/office/drawing/2014/main" id="{30CC2BFA-AAD5-E5B2-A952-337EF7BFA1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9410" y="1606324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6700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VanillaVTI</vt:lpstr>
      <vt:lpstr>Stenokeyboard</vt:lpstr>
      <vt:lpstr>Obsah prvního výstupu</vt:lpstr>
      <vt:lpstr>RP2040-Zero</vt:lpstr>
      <vt:lpstr>Kailh Choc V1 Red</vt:lpstr>
      <vt:lpstr>Firmware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185</cp:revision>
  <dcterms:created xsi:type="dcterms:W3CDTF">2025-11-13T07:19:10Z</dcterms:created>
  <dcterms:modified xsi:type="dcterms:W3CDTF">2025-11-19T10:41:48Z</dcterms:modified>
</cp:coreProperties>
</file>