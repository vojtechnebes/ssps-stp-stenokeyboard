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D9D2D-3DE1-921B-BF87-A44E5281BDC6}" v="515" dt="2025-11-19T10:40:34.366"/>
    <p1510:client id="{9512C9D1-8DCE-EAEE-4416-AF53118222A3}" v="56" dt="2025-11-20T06:54:26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8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2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4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4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7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4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0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4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up of a keyboard">
            <a:extLst>
              <a:ext uri="{FF2B5EF4-FFF2-40B4-BE49-F238E27FC236}">
                <a16:creationId xmlns:a16="http://schemas.microsoft.com/office/drawing/2014/main" id="{8BFB3AA9-A941-ABAB-F9FD-494FDB8AAC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1980" r="-2" b="1141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Stenokeyboard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Výstup 1</a:t>
            </a:r>
          </a:p>
          <a:p>
            <a:r>
              <a:rPr lang="en-US" sz="2200">
                <a:solidFill>
                  <a:srgbClr val="FFFFFF"/>
                </a:solidFill>
              </a:rPr>
              <a:t>Vojtěch Nebes, 3. 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5DEC5-1CCC-4DD5-5C1F-2C41C60E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err="1"/>
              <a:t>Obsah</a:t>
            </a:r>
            <a:r>
              <a:rPr lang="en-US"/>
              <a:t> </a:t>
            </a:r>
            <a:r>
              <a:rPr lang="en-US" err="1"/>
              <a:t>prvního</a:t>
            </a:r>
            <a:r>
              <a:rPr lang="en-US"/>
              <a:t> </a:t>
            </a:r>
            <a:r>
              <a:rPr lang="en-US" err="1"/>
              <a:t>výstupu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1889-CACA-5437-ECED-97281E5D2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/>
              <a:t>Nákup</a:t>
            </a:r>
            <a:r>
              <a:rPr lang="en-US" sz="1800" dirty="0"/>
              <a:t> </a:t>
            </a:r>
            <a:r>
              <a:rPr lang="en-US" sz="1800" dirty="0" err="1"/>
              <a:t>součástek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Mikrokontroler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Spínače</a:t>
            </a:r>
          </a:p>
          <a:p>
            <a:r>
              <a:rPr lang="en-US" sz="1800" dirty="0" err="1"/>
              <a:t>TinyUSB</a:t>
            </a:r>
            <a:r>
              <a:rPr lang="en-US" sz="1800" dirty="0"/>
              <a:t> </a:t>
            </a:r>
            <a:r>
              <a:rPr lang="en-US" sz="1800" dirty="0" err="1"/>
              <a:t>prototyp</a:t>
            </a:r>
          </a:p>
          <a:p>
            <a:r>
              <a:rPr lang="en-US" sz="1800" dirty="0"/>
              <a:t>PCB - </a:t>
            </a:r>
            <a:r>
              <a:rPr lang="en-US" sz="1800" dirty="0" err="1"/>
              <a:t>EasyEDA</a:t>
            </a:r>
          </a:p>
        </p:txBody>
      </p:sp>
      <p:pic>
        <p:nvPicPr>
          <p:cNvPr id="7" name="Picture 6" descr="Closeup of a keyboard">
            <a:extLst>
              <a:ext uri="{FF2B5EF4-FFF2-40B4-BE49-F238E27FC236}">
                <a16:creationId xmlns:a16="http://schemas.microsoft.com/office/drawing/2014/main" id="{C0A2036E-8C37-4317-7CF1-5C5C28F4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1" r="24720" b="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86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7579-BBD4-1D87-C711-01E9E7CF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Mikrokontroler</a:t>
            </a:r>
            <a:r>
              <a:rPr lang="en-US" dirty="0"/>
              <a:t> – </a:t>
            </a:r>
            <a:r>
              <a:rPr lang="en-US" dirty="0" err="1"/>
              <a:t>srdce</a:t>
            </a:r>
            <a:r>
              <a:rPr lang="en-US" dirty="0"/>
              <a:t> </a:t>
            </a:r>
            <a:r>
              <a:rPr lang="en-US" dirty="0" err="1"/>
              <a:t>klávesnice</a:t>
            </a:r>
          </a:p>
        </p:txBody>
      </p:sp>
      <p:pic>
        <p:nvPicPr>
          <p:cNvPr id="4" name="Content Placeholder 3" descr="RP2040-Zero Module with RP2040, 2MB Flash, USB Type C - 99Tech">
            <a:extLst>
              <a:ext uri="{FF2B5EF4-FFF2-40B4-BE49-F238E27FC236}">
                <a16:creationId xmlns:a16="http://schemas.microsoft.com/office/drawing/2014/main" id="{CFA3A483-F984-3E4F-2BAC-0081CF58F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2792" y="1846716"/>
            <a:ext cx="6097737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8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08BA-96BE-5AA3-55B1-D5E49F74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2403-C245-6074-5DF7-96BA60A5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Mechanické</a:t>
            </a:r>
            <a:r>
              <a:rPr lang="en-US" dirty="0"/>
              <a:t> </a:t>
            </a:r>
            <a:r>
              <a:rPr lang="en-US" dirty="0" err="1"/>
              <a:t>nízkoprofilové</a:t>
            </a:r>
            <a:r>
              <a:rPr lang="en-US" dirty="0"/>
              <a:t> </a:t>
            </a:r>
            <a:r>
              <a:rPr lang="en-US" dirty="0" err="1"/>
              <a:t>spínače</a:t>
            </a:r>
          </a:p>
        </p:txBody>
      </p:sp>
      <p:pic>
        <p:nvPicPr>
          <p:cNvPr id="6" name="Content Placeholder 5" descr="Kailh Low Profile Choc Switches V1 | Red | KC10034_RE">
            <a:extLst>
              <a:ext uri="{FF2B5EF4-FFF2-40B4-BE49-F238E27FC236}">
                <a16:creationId xmlns:a16="http://schemas.microsoft.com/office/drawing/2014/main" id="{EE63B831-A1E0-48A9-DC59-4503CADE4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2056" y="692831"/>
            <a:ext cx="5430837" cy="546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5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4048-0BCE-BBFE-41D7-CF64D6C4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</a:t>
            </a:r>
          </a:p>
        </p:txBody>
      </p:sp>
      <p:pic>
        <p:nvPicPr>
          <p:cNvPr id="5" name="Content Placeholder 3" descr="RP2040-Zero Module with RP2040, 2MB Flash, USB Type C - 99Tech">
            <a:extLst>
              <a:ext uri="{FF2B5EF4-FFF2-40B4-BE49-F238E27FC236}">
                <a16:creationId xmlns:a16="http://schemas.microsoft.com/office/drawing/2014/main" id="{75019F7C-CB86-3442-3230-08AA82CCB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4193" y="1367744"/>
            <a:ext cx="1112080" cy="837066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94F929AA-0FCE-4F4F-7321-CC5F44928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6170" y="5181601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189CA5-5F77-4FE4-216C-F20BEC446558}"/>
              </a:ext>
            </a:extLst>
          </p:cNvPr>
          <p:cNvSpPr txBox="1"/>
          <p:nvPr/>
        </p:nvSpPr>
        <p:spPr>
          <a:xfrm>
            <a:off x="2122713" y="2494953"/>
            <a:ext cx="1905000" cy="4086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ptos Mono"/>
              </a:rPr>
              <a:t>main.c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274BC-8865-5C24-A76E-045042F87B44}"/>
              </a:ext>
            </a:extLst>
          </p:cNvPr>
          <p:cNvSpPr txBox="1"/>
          <p:nvPr/>
        </p:nvSpPr>
        <p:spPr>
          <a:xfrm>
            <a:off x="2198913" y="3877438"/>
            <a:ext cx="1905000" cy="4086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Aptos Mono"/>
              </a:rPr>
              <a:t>my_hid.h</a:t>
            </a:r>
            <a:endParaRPr lang="en-US" dirty="0" err="1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11FDE-6E5B-52D6-844A-15123B8FB3E5}"/>
              </a:ext>
            </a:extLst>
          </p:cNvPr>
          <p:cNvSpPr txBox="1"/>
          <p:nvPr/>
        </p:nvSpPr>
        <p:spPr>
          <a:xfrm>
            <a:off x="2231569" y="5684466"/>
            <a:ext cx="1905000" cy="4086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Aptos Mono"/>
              </a:rPr>
              <a:t>tusb.h</a:t>
            </a:r>
            <a:endParaRPr lang="en-US" dirty="0" err="1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F13910-D8A3-6489-A9FE-4D593C9CE333}"/>
              </a:ext>
            </a:extLst>
          </p:cNvPr>
          <p:cNvCxnSpPr/>
          <p:nvPr/>
        </p:nvCxnSpPr>
        <p:spPr>
          <a:xfrm flipH="1">
            <a:off x="3102429" y="2993571"/>
            <a:ext cx="1" cy="6858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27BE36-ED76-200E-B374-C83F18844F59}"/>
              </a:ext>
            </a:extLst>
          </p:cNvPr>
          <p:cNvSpPr txBox="1"/>
          <p:nvPr/>
        </p:nvSpPr>
        <p:spPr>
          <a:xfrm>
            <a:off x="3178628" y="3189513"/>
            <a:ext cx="3080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latin typeface="Aptos Mono"/>
              </a:rPr>
              <a:t>send_word</a:t>
            </a:r>
            <a:r>
              <a:rPr lang="en-US" sz="1400" dirty="0">
                <a:latin typeface="Aptos Mono"/>
              </a:rPr>
              <a:t>("Hello world!\0")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8CC718-2F3B-E4B7-B0CC-DBCCAC5E2FE5}"/>
              </a:ext>
            </a:extLst>
          </p:cNvPr>
          <p:cNvCxnSpPr>
            <a:cxnSpLocks/>
          </p:cNvCxnSpPr>
          <p:nvPr/>
        </p:nvCxnSpPr>
        <p:spPr>
          <a:xfrm flipH="1">
            <a:off x="3124199" y="4376055"/>
            <a:ext cx="2" cy="11647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69584E-FE2B-8181-AE0D-0B34251D30B1}"/>
              </a:ext>
            </a:extLst>
          </p:cNvPr>
          <p:cNvSpPr txBox="1"/>
          <p:nvPr/>
        </p:nvSpPr>
        <p:spPr>
          <a:xfrm>
            <a:off x="3178627" y="4376055"/>
            <a:ext cx="190500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latin typeface="Aptos Mono"/>
              </a:rPr>
              <a:t>Shift H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 dirty="0">
                <a:latin typeface="Aptos Mono"/>
              </a:rPr>
              <a:t>E L</a:t>
            </a:r>
          </a:p>
          <a:p>
            <a:pPr marL="342900" indent="-342900">
              <a:buAutoNum type="arabicPeriod"/>
            </a:pPr>
            <a:r>
              <a:rPr lang="en-US" sz="1400" dirty="0">
                <a:latin typeface="Aptos Mono"/>
              </a:rPr>
              <a:t>L O Space W</a:t>
            </a:r>
          </a:p>
          <a:p>
            <a:pPr marL="342900" indent="-342900">
              <a:buAutoNum type="arabicPeriod"/>
            </a:pPr>
            <a:r>
              <a:rPr lang="en-US" sz="1400" dirty="0">
                <a:latin typeface="Aptos Mono"/>
              </a:rPr>
              <a:t>O R L D</a:t>
            </a:r>
          </a:p>
          <a:p>
            <a:pPr marL="342900" indent="-342900">
              <a:buAutoNum type="arabicPeriod"/>
            </a:pPr>
            <a:r>
              <a:rPr lang="en-US" sz="1400" dirty="0">
                <a:latin typeface="Aptos Mono"/>
              </a:rPr>
              <a:t>Shift 1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9171AE-3EF0-5F2F-4339-4B19CEA77859}"/>
              </a:ext>
            </a:extLst>
          </p:cNvPr>
          <p:cNvCxnSpPr>
            <a:cxnSpLocks/>
          </p:cNvCxnSpPr>
          <p:nvPr/>
        </p:nvCxnSpPr>
        <p:spPr>
          <a:xfrm flipV="1">
            <a:off x="4386943" y="5715001"/>
            <a:ext cx="3951512" cy="1415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23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C4768-1AE4-532E-5E00-E70085D0DE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072CA1E1-8E7C-F992-C25C-8732BBC64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65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79" y="469447"/>
            <a:ext cx="12193359" cy="5908221"/>
          </a:xfrm>
          <a:prstGeom prst="rect">
            <a:avLst/>
          </a:prstGeom>
        </p:spPr>
      </p:pic>
      <p:pic>
        <p:nvPicPr>
          <p:cNvPr id="8" name="Picture 7" descr="EasyEDA - YouTube">
            <a:extLst>
              <a:ext uri="{FF2B5EF4-FFF2-40B4-BE49-F238E27FC236}">
                <a16:creationId xmlns:a16="http://schemas.microsoft.com/office/drawing/2014/main" id="{380E78EF-6994-E8D3-B75F-982058502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24" y="-23336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5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5FA72D-495A-9E33-056B-AE37121E1F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ue circuit board with white lines and dots&#10;&#10;AI-generated content may be incorrect.">
            <a:extLst>
              <a:ext uri="{FF2B5EF4-FFF2-40B4-BE49-F238E27FC236}">
                <a16:creationId xmlns:a16="http://schemas.microsoft.com/office/drawing/2014/main" id="{A010BF43-05CC-368D-715C-46BC0706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447" y="-172811"/>
            <a:ext cx="9715500" cy="4019550"/>
          </a:xfrm>
          <a:prstGeom prst="rect">
            <a:avLst/>
          </a:prstGeom>
        </p:spPr>
      </p:pic>
      <p:pic>
        <p:nvPicPr>
          <p:cNvPr id="3" name="Picture 2" descr="A blue circuit board with yellow and black dots&#10;&#10;AI-generated content may be incorrect.">
            <a:extLst>
              <a:ext uri="{FF2B5EF4-FFF2-40B4-BE49-F238E27FC236}">
                <a16:creationId xmlns:a16="http://schemas.microsoft.com/office/drawing/2014/main" id="{072D9D77-1751-FCAB-FE8E-8AAFF579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07" y="3355522"/>
            <a:ext cx="9716861" cy="3780066"/>
          </a:xfrm>
          <a:prstGeom prst="rect">
            <a:avLst/>
          </a:prstGeom>
        </p:spPr>
      </p:pic>
      <p:pic>
        <p:nvPicPr>
          <p:cNvPr id="7" name="Picture 6" descr="EasyEDA - YouTube">
            <a:extLst>
              <a:ext uri="{FF2B5EF4-FFF2-40B4-BE49-F238E27FC236}">
                <a16:creationId xmlns:a16="http://schemas.microsoft.com/office/drawing/2014/main" id="{30CC2BFA-AAD5-E5B2-A952-337EF7BFA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410" y="160632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700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VanillaVTI</vt:lpstr>
      <vt:lpstr>Stenokeyboard</vt:lpstr>
      <vt:lpstr>Obsah prvního výstupu</vt:lpstr>
      <vt:lpstr>Mikrokontroler – srdce klávesnice</vt:lpstr>
      <vt:lpstr>Mechanické nízkoprofilové spínače</vt:lpstr>
      <vt:lpstr>Firmware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194</cp:revision>
  <dcterms:created xsi:type="dcterms:W3CDTF">2025-11-13T07:19:10Z</dcterms:created>
  <dcterms:modified xsi:type="dcterms:W3CDTF">2025-11-20T07:08:43Z</dcterms:modified>
</cp:coreProperties>
</file>